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715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7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3600" b="1" dirty="0">
                <a:solidFill>
                  <a:srgbClr val="FFFFFF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{{MATERIAL_TITLE}}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4A7DD6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{{SUBJECT}} | {{COURSE}} | {{TEACHER_ABBR}}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548640"/>
          </a:xfrm>
          <a:prstGeom prst="rect">
            <a:avLst/>
          </a:prstGeom>
          <a:solidFill>
            <a:srgbClr val="1A3259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57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4800" dirty="0">
                <a:solidFill>
                  <a:srgbClr val="1A3259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{{SECTION_NUMBER}}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FFFF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{{SECTION_TITLE}}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2000" dirty="0">
                <a:solidFill>
                  <a:srgbClr val="4A7DD6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{{SECTION_SUBTITLE}}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333333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{{SLIDE_TITLE}}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2000" dirty="0">
                <a:solidFill>
                  <a:srgbClr val="333333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{{SLIDE_CONTENT}}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2349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{{SUBJECT}} | {{COURSE}}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52349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{{SLIDE_NUMBER}}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333333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{{SLIDE_TITLE}}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046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ct val="130000"/>
              </a:lnSpc>
              <a:spcAft>
                <a:spcPts val="800"/>
              </a:spcAft>
            </a:pPr>
            <a:r>
              <a:rPr lang="en-US" sz="2000" dirty="0">
                <a:solidFill>
                  <a:srgbClr val="333333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{{SLIDE_CONTENT}}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52349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Verdana" pitchFamily="34" charset="0"/>
                <a:ea typeface="Arial" pitchFamily="34" charset="-122"/>
                <a:cs typeface="Arial" pitchFamily="34" charset="-120"/>
              </a:rPr>
              <a:t>{{SLIDE_NUMBER}}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Thalura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/>
  <cp:lastModifiedBy/>
  <cp:revision>1</cp:revision>
  <dcterms:created xsi:type="dcterms:W3CDTF">2026-03-04T15:50:38Z</dcterms:created>
  <dcterms:modified xsi:type="dcterms:W3CDTF">2026-03-04T15:50:38Z</dcterms:modified>
</cp:coreProperties>
</file>